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5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</p:sldIdLst>
  <p:sldSz cx="9144000" cy="6858000" type="screen4x3"/>
  <p:notesSz cx="68580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13" d="100"/>
          <a:sy n="113" d="100"/>
        </p:scale>
        <p:origin x="1554" y="10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59237515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ASE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0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data/absa_pdf_renders/page-0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data/absa_pdf_renders/page-0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data/absa_pdf_renders/page-03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data/absa_pdf_renders/page-04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58815695-6CD6-41E8-1DAF-F65DDE3CFE8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32867" y="1072525"/>
            <a:ext cx="4142928" cy="1696076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995F3017-1BD0-83F3-7A24-E6EF0922AE7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732867" y="2768601"/>
            <a:ext cx="4142928" cy="1951537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data/absa_pdf_renders/page-05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data/absa_pdf_renders/page-06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data/absa_pdf_renders/page-07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9255A6A9-0309-264F-AB6C-E74B7AB148E9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05733" y="1964587"/>
            <a:ext cx="4445945" cy="287016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data/absa_pdf_renders/page-08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data/absa_pdf_renders/page-09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data/absa_pdf_renders/page-10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data/absa_pdf_renders/page-1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data/absa_pdf_renders/page-1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data/absa_pdf_renders/page-13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data/absa_pdf_renders/page-14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data/absa_pdf_renders/page-15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data/absa_pdf_renders/page-16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data/absa_pdf_renders/page-17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data/absa_pdf_renders/page-18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data/absa_pdf_renders/page-19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data/absa_pdf_renders/page-20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data/absa_pdf_renders/page-2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data/absa_pdf_renders/page-2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data/absa_pdf_renders/page-23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rial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23</Words>
  <Application>Microsoft Office PowerPoint</Application>
  <PresentationFormat>On-screen Show (4:3)</PresentationFormat>
  <Paragraphs>23</Paragraphs>
  <Slides>23</Slides>
  <Notes>23</Notes>
  <HiddenSlides>0</HiddenSlides>
  <MMClips>0</MMClips>
  <ScaleCrop>false</ScaleCrop>
  <HeadingPairs>
    <vt:vector size="6" baseType="variant">
      <vt:variant>
        <vt:lpstr>Fonts Used</vt:lpstr>
      </vt:variant>
      <vt:variant>
        <vt:i4>1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23</vt:i4>
      </vt:variant>
    </vt:vector>
  </HeadingPairs>
  <TitlesOfParts>
    <vt:vector size="25" baseType="lpstr"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OpenAI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Báo cáo ABSA</dc:title>
  <dc:subject>Converted from user-provided PDF slide deck</dc:subject>
  <dc:creator>OpenAI</dc:creator>
  <cp:lastModifiedBy>"Nguyen Hoang Loc	"</cp:lastModifiedBy>
  <cp:revision>2</cp:revision>
  <dcterms:created xsi:type="dcterms:W3CDTF">2026-04-07T06:39:47Z</dcterms:created>
  <dcterms:modified xsi:type="dcterms:W3CDTF">2026-04-07T06:46:15Z</dcterms:modified>
</cp:coreProperties>
</file>