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15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10:09:42.873"/>
    </inkml:context>
    <inkml:brush xml:id="br0">
      <inkml:brushProperty name="width" value="0.3" units="cm"/>
      <inkml:brushProperty name="height" value="0.6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808 1,'80'7,"-27"-1,1139 30,-999-36,-186 0,32 0,-74 4,-796 90,-36 3,656-72,93-10,-171 2,268-20,51-1,1597-32,-1583 36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10:09:43.372"/>
    </inkml:context>
    <inkml:brush xml:id="br0">
      <inkml:brushProperty name="width" value="0.3" units="cm"/>
      <inkml:brushProperty name="height" value="0.6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1 264,'12'0,"35"0,59 0,71-4,97-13,86-16,74-14,31-4,-20 4,-65 9,-97 11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10:09:43.914"/>
    </inkml:context>
    <inkml:brush xml:id="br0">
      <inkml:brushProperty name="width" value="0.3" units="cm"/>
      <inkml:brushProperty name="height" value="0.6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1,'0'4,"0"5,0 5,0 5,4 2,5 2,2 1,2 5,7 5,1 9,0 5,1-6,-4-6,-5-4,0-9,-3-8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10:09:44.862"/>
    </inkml:context>
    <inkml:brush xml:id="br0">
      <inkml:brushProperty name="width" value="0.3" units="cm"/>
      <inkml:brushProperty name="height" value="0.6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1,'2300'0,"-1947"12,-98-1,-202-10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10:09:46.124"/>
    </inkml:context>
    <inkml:brush xml:id="br0">
      <inkml:brushProperty name="width" value="0.3" units="cm"/>
      <inkml:brushProperty name="height" value="0.6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1093 847,'-66'0,"1"-2,0-3,-94-20,135 19,0 0,1-2,0-1,0-1,1-1,0-1,1-1,0 0,2-2,-1 0,2-2,-24-25,-62-90,-119-198,200 296,-41-72,42 71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10:09:47.058"/>
    </inkml:context>
    <inkml:brush xml:id="br0">
      <inkml:brushProperty name="width" value="0.3" units="cm"/>
      <inkml:brushProperty name="height" value="0.6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0,'91'8,"-39"0,4983 386,-4638-381,82-4,-416-7,-42 0,0-2,0 0,0-1,32-6,-51 6,-1 0,1 0,-1 1,1-1,-1 0,1-1,-1 1,0 0,0 0,0 0,0-1,0 1,0 0,0-1,0 1,1-4,7-9,0 6,0 0,0 0,1 1,0 1,0 0,1 0,0 1,0 0,11-3,18-3,52-9,-91 20,158-25,185-3,171 19,-384 8,2050 30,-1869-25,130 6,-293-1,-125-8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10:09:47.430"/>
    </inkml:context>
    <inkml:brush xml:id="br0">
      <inkml:brushProperty name="width" value="0.3" units="cm"/>
      <inkml:brushProperty name="height" value="0.6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10:09:47.788"/>
    </inkml:context>
    <inkml:brush xml:id="br0">
      <inkml:brushProperty name="width" value="0.3" units="cm"/>
      <inkml:brushProperty name="height" value="0.6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10:09:48.006"/>
    </inkml:context>
    <inkml:brush xml:id="br0">
      <inkml:brushProperty name="width" value="0.3" units="cm"/>
      <inkml:brushProperty name="height" value="0.6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10 0,'-4'0,"-2"0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10:09:48.223"/>
    </inkml:context>
    <inkml:brush xml:id="br0">
      <inkml:brushProperty name="width" value="0.3" units="cm"/>
      <inkml:brushProperty name="height" value="0.6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10:09:50.140"/>
    </inkml:context>
    <inkml:brush xml:id="br0">
      <inkml:brushProperty name="width" value="0.3" units="cm"/>
      <inkml:brushProperty name="height" value="0.6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8784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PDF: Slide Báo cáo ABSA.pdf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PDF: Slide Báo cáo ABSA.pdf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PDF: Slide Báo cáo ABSA.pdf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PDF: Slide Báo cáo ABSA.pdf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PDF: Slide Báo cáo ABSA.pdf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PDF: Slide Báo cáo ABSA.pdf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PDF: Slide Báo cáo ABSA.pdf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PDF: Slide Báo cáo ABSA.pdf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PDF: Slide Báo cáo ABSA.pdf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PDF: Slide Báo cáo ABSA.pdf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PDF: Slide Báo cáo ABSA.pdf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PDF: Slide Báo cáo ABSA.pdf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PDF: Slide Báo cáo ABSA.pdf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PDF: Slide Báo cáo ABSA.pdf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PDF: Slide Báo cáo ABSA.pdf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PDF: Slide Báo cáo ABSA.pdf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PDF: Slide Báo cáo ABSA.pdf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PDF: Slide Báo cáo ABSA.pdf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customXml" Target="../ink/ink5.xml"/><Relationship Id="rId18" Type="http://schemas.openxmlformats.org/officeDocument/2006/relationships/image" Target="../media/image17.png"/><Relationship Id="rId3" Type="http://schemas.openxmlformats.org/officeDocument/2006/relationships/image" Target="../media/image9.png"/><Relationship Id="rId21" Type="http://schemas.openxmlformats.org/officeDocument/2006/relationships/customXml" Target="../ink/ink10.xml"/><Relationship Id="rId7" Type="http://schemas.openxmlformats.org/officeDocument/2006/relationships/customXml" Target="../ink/ink2.xml"/><Relationship Id="rId12" Type="http://schemas.openxmlformats.org/officeDocument/2006/relationships/image" Target="../media/image14.png"/><Relationship Id="rId17" Type="http://schemas.openxmlformats.org/officeDocument/2006/relationships/customXml" Target="../ink/ink7.xml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6.png"/><Relationship Id="rId20" Type="http://schemas.openxmlformats.org/officeDocument/2006/relationships/customXml" Target="../ink/ink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customXml" Target="../ink/ink4.xml"/><Relationship Id="rId5" Type="http://schemas.openxmlformats.org/officeDocument/2006/relationships/customXml" Target="../ink/ink1.xml"/><Relationship Id="rId15" Type="http://schemas.openxmlformats.org/officeDocument/2006/relationships/customXml" Target="../ink/ink6.xml"/><Relationship Id="rId10" Type="http://schemas.openxmlformats.org/officeDocument/2006/relationships/image" Target="../media/image13.png"/><Relationship Id="rId19" Type="http://schemas.openxmlformats.org/officeDocument/2006/relationships/customXml" Target="../ink/ink8.xml"/><Relationship Id="rId4" Type="http://schemas.openxmlformats.org/officeDocument/2006/relationships/image" Target="../media/image10.png"/><Relationship Id="rId9" Type="http://schemas.openxmlformats.org/officeDocument/2006/relationships/customXml" Target="../ink/ink3.xml"/><Relationship Id="rId14" Type="http://schemas.openxmlformats.org/officeDocument/2006/relationships/image" Target="../media/image15.png"/><Relationship Id="rId22" Type="http://schemas.openxmlformats.org/officeDocument/2006/relationships/customXml" Target="../ink/ink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bsa_pdf18_render/slid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bsa_pdf18_render/slide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bsa_pdf18_render/slide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bsa_pdf18_render/slid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7733"/>
            <a:ext cx="91440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4622164-4DC7-050B-5A30-EC4B8E795F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867" y="1072525"/>
            <a:ext cx="4142928" cy="169607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BFCDDF6-03CA-E0EA-2A98-867CF250B9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867" y="2768601"/>
            <a:ext cx="4142928" cy="19515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bsa_pdf18_render/slide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bsa_pdf18_render/slide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bsa_pdf18_render/slide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2F16B9-B7C4-3308-1B54-88804978A7C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5733" y="1964587"/>
            <a:ext cx="4445945" cy="287016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0CFA882-B878-F9D0-4B08-5D55E4E1AF7D}"/>
                  </a:ext>
                </a:extLst>
              </p14:cNvPr>
              <p14:cNvContentPartPr/>
              <p14:nvPr/>
            </p14:nvContentPartPr>
            <p14:xfrm>
              <a:off x="4484413" y="1862347"/>
              <a:ext cx="854280" cy="1087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0CFA882-B878-F9D0-4B08-5D55E4E1AF7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430413" y="1754707"/>
                <a:ext cx="961920" cy="32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A61EFA6-075D-A857-DDEE-FD6608C82458}"/>
                  </a:ext>
                </a:extLst>
              </p14:cNvPr>
              <p14:cNvContentPartPr/>
              <p14:nvPr/>
            </p14:nvContentPartPr>
            <p14:xfrm>
              <a:off x="4622653" y="1869187"/>
              <a:ext cx="1074240" cy="9540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A61EFA6-075D-A857-DDEE-FD6608C8245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569013" y="1761187"/>
                <a:ext cx="11818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21F92DCA-82AF-3C42-B504-37430E71357B}"/>
                  </a:ext>
                </a:extLst>
              </p14:cNvPr>
              <p14:cNvContentPartPr/>
              <p14:nvPr/>
            </p14:nvContentPartPr>
            <p14:xfrm>
              <a:off x="4927213" y="1904827"/>
              <a:ext cx="63720" cy="15012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21F92DCA-82AF-3C42-B504-37430E71357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873573" y="1797187"/>
                <a:ext cx="171360" cy="3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90D333F-6BDD-280D-E052-62C893F506EA}"/>
                  </a:ext>
                </a:extLst>
              </p14:cNvPr>
              <p14:cNvContentPartPr/>
              <p14:nvPr/>
            </p14:nvContentPartPr>
            <p14:xfrm>
              <a:off x="4605733" y="1989427"/>
              <a:ext cx="1066320" cy="936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90D333F-6BDD-280D-E052-62C893F506EA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4552093" y="1881787"/>
                <a:ext cx="117396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A9FB1D13-589E-1ED8-12D4-00012A450C2C}"/>
                  </a:ext>
                </a:extLst>
              </p14:cNvPr>
              <p14:cNvContentPartPr/>
              <p14:nvPr/>
            </p14:nvContentPartPr>
            <p14:xfrm>
              <a:off x="4635973" y="1870987"/>
              <a:ext cx="393480" cy="30528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A9FB1D13-589E-1ED8-12D4-00012A450C2C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581973" y="1763347"/>
                <a:ext cx="501120" cy="52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9CAB499B-2B78-7FAF-9E14-DC8984E1C6CC}"/>
                  </a:ext>
                </a:extLst>
              </p14:cNvPr>
              <p14:cNvContentPartPr/>
              <p14:nvPr/>
            </p14:nvContentPartPr>
            <p14:xfrm>
              <a:off x="4859893" y="1947307"/>
              <a:ext cx="3883680" cy="15732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9CAB499B-2B78-7FAF-9E14-DC8984E1C6CC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4805893" y="1839307"/>
                <a:ext cx="3991320" cy="37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11514F1-EF27-5AE5-8801-8AC94FB6A0ED}"/>
                  </a:ext>
                </a:extLst>
              </p14:cNvPr>
              <p14:cNvContentPartPr/>
              <p14:nvPr/>
            </p14:nvContentPartPr>
            <p14:xfrm>
              <a:off x="8915293" y="2548147"/>
              <a:ext cx="360" cy="36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11514F1-EF27-5AE5-8801-8AC94FB6A0ED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861293" y="2440507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0D7CBA0F-2F3B-12B1-2CE3-20E051237A37}"/>
                  </a:ext>
                </a:extLst>
              </p14:cNvPr>
              <p14:cNvContentPartPr/>
              <p14:nvPr/>
            </p14:nvContentPartPr>
            <p14:xfrm>
              <a:off x="8907013" y="2539867"/>
              <a:ext cx="360" cy="36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0D7CBA0F-2F3B-12B1-2CE3-20E051237A37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853013" y="2431867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AAE9FB2F-A18A-F70B-4E26-D1446C139DD7}"/>
                  </a:ext>
                </a:extLst>
              </p14:cNvPr>
              <p14:cNvContentPartPr/>
              <p14:nvPr/>
            </p14:nvContentPartPr>
            <p14:xfrm>
              <a:off x="8886493" y="2480827"/>
              <a:ext cx="3960" cy="36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AAE9FB2F-A18A-F70B-4E26-D1446C139DD7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832493" y="2372827"/>
                <a:ext cx="1116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4331156E-DF1C-644D-1962-9227C65622ED}"/>
                  </a:ext>
                </a:extLst>
              </p14:cNvPr>
              <p14:cNvContentPartPr/>
              <p14:nvPr/>
            </p14:nvContentPartPr>
            <p14:xfrm>
              <a:off x="8881093" y="2480827"/>
              <a:ext cx="360" cy="36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4331156E-DF1C-644D-1962-9227C65622ED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827453" y="2372827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232EC21C-0211-3493-2BD7-015F91DC4328}"/>
                  </a:ext>
                </a:extLst>
              </p14:cNvPr>
              <p14:cNvContentPartPr/>
              <p14:nvPr/>
            </p14:nvContentPartPr>
            <p14:xfrm>
              <a:off x="11302813" y="5469187"/>
              <a:ext cx="360" cy="36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232EC21C-0211-3493-2BD7-015F91DC4328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1248813" y="5361187"/>
                <a:ext cx="108000" cy="21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bsa_pdf18_render/slide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bsa_pdf18_render/slide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bsa_pdf18_render/slid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bsa_pdf18_render/slid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bsa_pdf18_render/slid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bsa_pdf18_render/slide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bsa_pdf18_render/slide-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bsa_pdf18_render/slide-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bsa_pdf18_render/slide-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bsa_pdf18_render/slide-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bsa_pdf18_render/slide-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270</Words>
  <Application>Microsoft Office PowerPoint</Application>
  <PresentationFormat>On-screen Show (4:3)</PresentationFormat>
  <Paragraphs>36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0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ABSA slide deck converted from PDF</dc:title>
  <dc:subject>Converted from user-provided PDF</dc:subject>
  <dc:creator>OpenAI</dc:creator>
  <cp:lastModifiedBy>"Nguyen Hoang Loc	"</cp:lastModifiedBy>
  <cp:revision>2</cp:revision>
  <dcterms:created xsi:type="dcterms:W3CDTF">2026-04-06T10:04:40Z</dcterms:created>
  <dcterms:modified xsi:type="dcterms:W3CDTF">2026-04-06T10:10:37Z</dcterms:modified>
</cp:coreProperties>
</file>